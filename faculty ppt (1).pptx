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2" r:id="rId1"/>
  </p:sldMasterIdLst>
  <p:sldIdLst>
    <p:sldId id="256" r:id="rId2"/>
    <p:sldId id="265" r:id="rId3"/>
    <p:sldId id="268" r:id="rId4"/>
    <p:sldId id="266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98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71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48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48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116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27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66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772C379-9A7C-4C87-A116-CBE9F58B04C5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69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998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2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59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AE7B-A57D-A672-EC72-A48C02995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3518" y="1054360"/>
            <a:ext cx="10361177" cy="2502410"/>
          </a:xfrm>
        </p:spPr>
        <p:txBody>
          <a:bodyPr/>
          <a:lstStyle/>
          <a:p>
            <a:r>
              <a:rPr lang="en-IN" dirty="0"/>
              <a:t>    Faculty course</a:t>
            </a:r>
            <a:br>
              <a:rPr lang="en-IN" dirty="0"/>
            </a:br>
            <a:r>
              <a:rPr lang="en-IN" dirty="0"/>
              <a:t>  ALLOTMENT 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523A7-7061-8902-6CC5-B532EC886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5960" y="3539916"/>
            <a:ext cx="9697716" cy="584116"/>
          </a:xfrm>
        </p:spPr>
        <p:txBody>
          <a:bodyPr/>
          <a:lstStyle/>
          <a:p>
            <a:r>
              <a:rPr lang="en-US" dirty="0"/>
              <a:t>A console-based system to manage faculty, courses, and allotments.</a:t>
            </a:r>
          </a:p>
        </p:txBody>
      </p:sp>
    </p:spTree>
    <p:extLst>
      <p:ext uri="{BB962C8B-B14F-4D97-AF65-F5344CB8AC3E}">
        <p14:creationId xmlns:p14="http://schemas.microsoft.com/office/powerpoint/2010/main" val="2332142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C660-EA5B-9471-DEE2-75B2E990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84632"/>
            <a:ext cx="10823448" cy="1609344"/>
          </a:xfrm>
        </p:spPr>
        <p:txBody>
          <a:bodyPr>
            <a:normAutofit/>
          </a:bodyPr>
          <a:lstStyle/>
          <a:p>
            <a:r>
              <a:rPr lang="en-US" sz="7200" dirty="0"/>
              <a:t>Introduction</a:t>
            </a:r>
            <a:endParaRPr lang="en-IN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C00B8-21CD-E6DE-0B23-2A2BFB91C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4" y="2005781"/>
            <a:ext cx="11523406" cy="52110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A simple academic management tool.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Implemented in C programming language.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Handles faculty creation , course creation and course       	allotment.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 shows faculty load status and allotment report 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56245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3F6C-11F3-8181-4115-6A1D00FD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dirty="0"/>
              <a:t>Purpose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27134-969B-B928-476B-A6747E572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To manage faculty information and course 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To allot courses to faculty members while respecting maximum load constraints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To display the current course allotment and faculty workload summary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2321154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4500-4324-5ECC-946B-4607507C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837" y="966497"/>
            <a:ext cx="9603275" cy="1049235"/>
          </a:xfrm>
        </p:spPr>
        <p:txBody>
          <a:bodyPr>
            <a:normAutofit/>
          </a:bodyPr>
          <a:lstStyle/>
          <a:p>
            <a:r>
              <a:rPr lang="en-US" sz="4800" dirty="0"/>
              <a:t>Objectives of the program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DEA69-ED07-6332-54A2-C77AF46F5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396" y="1878080"/>
            <a:ext cx="9603275" cy="345061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Avoid manual workload calculations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Automate the course-faculty assignment process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Maintain faculty and course 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Prevent overloading of faculty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Display overloading of faculty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Display clear allocation summary</a:t>
            </a:r>
            <a:endParaRPr lang="en-IN" sz="2800" dirty="0"/>
          </a:p>
        </p:txBody>
      </p:sp>
      <p:pic>
        <p:nvPicPr>
          <p:cNvPr id="1026" name="Picture 2" descr="Page 55 | College students class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061" y="2324269"/>
            <a:ext cx="4096138" cy="292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ollege Students Presentation: Over 25,505 Royalty-Free Licensable Stock  Illustrations &amp; Drawings | Shutterstock">
            <a:extLst>
              <a:ext uri="{FF2B5EF4-FFF2-40B4-BE49-F238E27FC236}">
                <a16:creationId xmlns:a16="http://schemas.microsoft.com/office/drawing/2014/main" id="{DEE61D5C-B281-F58B-292E-F03FECD86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20" y="2260455"/>
            <a:ext cx="4495780" cy="292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2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7E99F-F2FB-935E-2113-EFA502D8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9" y="804163"/>
            <a:ext cx="10366594" cy="1056319"/>
          </a:xfrm>
        </p:spPr>
        <p:txBody>
          <a:bodyPr>
            <a:normAutofit/>
          </a:bodyPr>
          <a:lstStyle/>
          <a:p>
            <a:r>
              <a:rPr lang="en-US" sz="4800" dirty="0"/>
              <a:t>Data structure used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EEFE0-8960-1CDF-2A75-2463020DF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4486" y="2019549"/>
            <a:ext cx="4957857" cy="801943"/>
          </a:xfrm>
        </p:spPr>
        <p:txBody>
          <a:bodyPr>
            <a:normAutofit/>
          </a:bodyPr>
          <a:lstStyle/>
          <a:p>
            <a:r>
              <a:rPr lang="en-US" sz="3200" dirty="0"/>
              <a:t>Course structure</a:t>
            </a:r>
            <a:endParaRPr lang="en-IN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8040C-1054-392C-2BD1-6A2A8029B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3626" y="2837882"/>
            <a:ext cx="5191432" cy="26308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            struct Course</a:t>
            </a:r>
            <a:r>
              <a:rPr lang="en-IN" sz="2400" dirty="0"/>
              <a:t> {</a:t>
            </a:r>
          </a:p>
          <a:p>
            <a:pPr marL="0" indent="0">
              <a:buNone/>
            </a:pPr>
            <a:r>
              <a:rPr lang="en-IN" sz="2400" dirty="0"/>
              <a:t>	char </a:t>
            </a:r>
            <a:r>
              <a:rPr lang="en-IN" sz="2400" dirty="0" err="1"/>
              <a:t>course_code</a:t>
            </a:r>
            <a:r>
              <a:rPr lang="en-IN" sz="2400" dirty="0"/>
              <a:t>[10];</a:t>
            </a:r>
          </a:p>
          <a:p>
            <a:pPr marL="0" indent="0">
              <a:buNone/>
            </a:pPr>
            <a:r>
              <a:rPr lang="en-IN" sz="2400" dirty="0"/>
              <a:t>	char </a:t>
            </a:r>
            <a:r>
              <a:rPr lang="en-IN" sz="2400" dirty="0" err="1"/>
              <a:t>course_name</a:t>
            </a:r>
            <a:r>
              <a:rPr lang="en-IN" sz="2400" dirty="0"/>
              <a:t>[50];</a:t>
            </a:r>
          </a:p>
          <a:p>
            <a:pPr marL="0" indent="0">
              <a:buNone/>
            </a:pPr>
            <a:r>
              <a:rPr lang="en-IN" sz="2400" dirty="0"/>
              <a:t>	int </a:t>
            </a:r>
            <a:r>
              <a:rPr lang="en-IN" sz="2400" dirty="0" err="1"/>
              <a:t>faculty_id</a:t>
            </a:r>
            <a:r>
              <a:rPr lang="en-IN" sz="2400" dirty="0"/>
              <a:t>;</a:t>
            </a:r>
            <a:br>
              <a:rPr lang="en-IN" sz="2400" dirty="0"/>
            </a:br>
            <a:r>
              <a:rPr lang="en-IN" sz="2400" dirty="0"/>
              <a:t>           };</a:t>
            </a:r>
            <a:endParaRPr lang="en-US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A8F3A-5713-9072-6D74-F31672EA12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17342" y="2023003"/>
            <a:ext cx="5040172" cy="802237"/>
          </a:xfrm>
        </p:spPr>
        <p:txBody>
          <a:bodyPr>
            <a:normAutofit/>
          </a:bodyPr>
          <a:lstStyle/>
          <a:p>
            <a:r>
              <a:rPr lang="en-US" sz="3200" dirty="0"/>
              <a:t>Faculty structure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61C5D-634C-A01B-97C6-D2D20C89B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52884" y="2811021"/>
            <a:ext cx="5118830" cy="26308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           struct Faculty</a:t>
            </a:r>
            <a:r>
              <a:rPr lang="en-IN" sz="2400" dirty="0"/>
              <a:t>{</a:t>
            </a:r>
          </a:p>
          <a:p>
            <a:pPr marL="0" indent="0">
              <a:buNone/>
            </a:pPr>
            <a:r>
              <a:rPr lang="en-IN" sz="2400" dirty="0"/>
              <a:t>	int id;</a:t>
            </a:r>
          </a:p>
          <a:p>
            <a:pPr marL="0" indent="0">
              <a:buNone/>
            </a:pPr>
            <a:r>
              <a:rPr lang="en-IN" sz="2400" dirty="0"/>
              <a:t>	char name[50];</a:t>
            </a:r>
          </a:p>
          <a:p>
            <a:pPr marL="0" indent="0">
              <a:buNone/>
            </a:pPr>
            <a:r>
              <a:rPr lang="en-IN" sz="2400" dirty="0"/>
              <a:t>	int </a:t>
            </a:r>
            <a:r>
              <a:rPr lang="en-IN" sz="2400" dirty="0" err="1"/>
              <a:t>max_courses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	int </a:t>
            </a:r>
            <a:r>
              <a:rPr lang="en-IN" sz="2400" dirty="0" err="1"/>
              <a:t>current_load</a:t>
            </a:r>
            <a:r>
              <a:rPr lang="en-IN" sz="2400" dirty="0"/>
              <a:t>;</a:t>
            </a:r>
            <a:br>
              <a:rPr lang="en-IN" sz="2400" dirty="0"/>
            </a:br>
            <a:r>
              <a:rPr lang="en-IN" sz="2400" dirty="0"/>
              <a:t>         }; </a:t>
            </a:r>
          </a:p>
        </p:txBody>
      </p:sp>
    </p:spTree>
    <p:extLst>
      <p:ext uri="{BB962C8B-B14F-4D97-AF65-F5344CB8AC3E}">
        <p14:creationId xmlns:p14="http://schemas.microsoft.com/office/powerpoint/2010/main" val="21574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04F8-7338-0CAE-14E2-9D04B230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20877"/>
            <a:ext cx="9776860" cy="732877"/>
          </a:xfrm>
        </p:spPr>
        <p:txBody>
          <a:bodyPr>
            <a:normAutofit/>
          </a:bodyPr>
          <a:lstStyle/>
          <a:p>
            <a:r>
              <a:rPr lang="en-US" sz="4400" dirty="0"/>
              <a:t>Global variables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6E88F-5812-D606-C3FD-CEE88F27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212364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faculties[ ] </a:t>
            </a:r>
            <a:r>
              <a:rPr lang="en-US" sz="2800" dirty="0">
                <a:sym typeface="Wingdings" panose="05000000000000000000" pitchFamily="2" charset="2"/>
              </a:rPr>
              <a:t> stores all faculty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ym typeface="Wingdings" panose="05000000000000000000" pitchFamily="2" charset="2"/>
              </a:rPr>
              <a:t>Courses[ ]  stores course details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>
                <a:sym typeface="Wingdings" panose="05000000000000000000" pitchFamily="2" charset="2"/>
              </a:rPr>
              <a:t>faculty_count</a:t>
            </a:r>
            <a:r>
              <a:rPr lang="en-US" sz="2800" dirty="0">
                <a:sym typeface="Wingdings" panose="05000000000000000000" pitchFamily="2" charset="2"/>
              </a:rPr>
              <a:t>  number of faculty members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>
                <a:sym typeface="Wingdings" panose="05000000000000000000" pitchFamily="2" charset="2"/>
              </a:rPr>
              <a:t>course_count</a:t>
            </a:r>
            <a:r>
              <a:rPr lang="en-US" sz="2800" dirty="0">
                <a:sym typeface="Wingdings" panose="05000000000000000000" pitchFamily="2" charset="2"/>
              </a:rPr>
              <a:t>  number of courses added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03990-9C78-D7E9-7A2F-9CA7B07E9CA4}"/>
              </a:ext>
            </a:extLst>
          </p:cNvPr>
          <p:cNvSpPr txBox="1"/>
          <p:nvPr/>
        </p:nvSpPr>
        <p:spPr>
          <a:xfrm>
            <a:off x="1451579" y="4414684"/>
            <a:ext cx="7004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All data is stored in arrays ( static memory 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79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E690B-BA1F-08B7-3E42-FAEFF75EB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040494"/>
            <a:ext cx="9603275" cy="1049235"/>
          </a:xfrm>
        </p:spPr>
        <p:txBody>
          <a:bodyPr>
            <a:normAutofit/>
          </a:bodyPr>
          <a:lstStyle/>
          <a:p>
            <a:r>
              <a:rPr lang="en-US" sz="4000" dirty="0"/>
              <a:t>Main menu functions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3C9DB-E053-4EC7-7FA4-866581F67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display_menu</a:t>
            </a:r>
            <a:r>
              <a:rPr lang="en-US" dirty="0"/>
              <a:t>()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Show interactive menu options:</a:t>
            </a:r>
          </a:p>
          <a:p>
            <a:pPr marL="0" indent="0">
              <a:buNone/>
            </a:pPr>
            <a:r>
              <a:rPr lang="en-IN" dirty="0"/>
              <a:t>	1. Add faculty</a:t>
            </a:r>
          </a:p>
          <a:p>
            <a:pPr marL="0" indent="0">
              <a:buNone/>
            </a:pPr>
            <a:r>
              <a:rPr lang="en-IN" dirty="0"/>
              <a:t>	2.Add courses</a:t>
            </a:r>
          </a:p>
          <a:p>
            <a:pPr marL="0" indent="0">
              <a:buNone/>
            </a:pPr>
            <a:r>
              <a:rPr lang="en-IN" dirty="0"/>
              <a:t>             3. Allot  courses</a:t>
            </a:r>
          </a:p>
          <a:p>
            <a:pPr marL="0" indent="0">
              <a:buNone/>
            </a:pPr>
            <a:r>
              <a:rPr lang="en-IN" dirty="0"/>
              <a:t>             4.View allotments</a:t>
            </a:r>
          </a:p>
          <a:p>
            <a:pPr marL="0" indent="0">
              <a:buNone/>
            </a:pPr>
            <a:r>
              <a:rPr lang="en-IN" dirty="0"/>
              <a:t>             5.Exit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Allows repeated operation using a do-while loop</a:t>
            </a:r>
          </a:p>
        </p:txBody>
      </p:sp>
    </p:spTree>
    <p:extLst>
      <p:ext uri="{BB962C8B-B14F-4D97-AF65-F5344CB8AC3E}">
        <p14:creationId xmlns:p14="http://schemas.microsoft.com/office/powerpoint/2010/main" val="42092095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2A1E1-C654-02C4-A1FA-AB3A586BE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69990"/>
            <a:ext cx="9603275" cy="1049235"/>
          </a:xfrm>
        </p:spPr>
        <p:txBody>
          <a:bodyPr>
            <a:normAutofit/>
          </a:bodyPr>
          <a:lstStyle/>
          <a:p>
            <a:r>
              <a:rPr lang="en-US" sz="4400" dirty="0"/>
              <a:t>Adding faculty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4664F-2D67-BEED-C402-568E5B5A1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29885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add_faculty</a:t>
            </a:r>
            <a:r>
              <a:rPr lang="en-US" sz="2400" dirty="0"/>
              <a:t>( 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Auto-generates Faculty ID = 100 + Index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Accepts name and maximum load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Initializes </a:t>
            </a:r>
            <a:r>
              <a:rPr lang="en-US" sz="2400" dirty="0" err="1"/>
              <a:t>current_load</a:t>
            </a:r>
            <a:r>
              <a:rPr lang="en-US" sz="2400" dirty="0"/>
              <a:t> = 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Checks array limit (max 10 faculty)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Validates max course input</a:t>
            </a:r>
          </a:p>
          <a:p>
            <a:pPr marL="0" indent="0">
              <a:buNone/>
            </a:pPr>
            <a:r>
              <a:rPr lang="en-IN" sz="2400" dirty="0"/>
              <a:t>Ensures well-defined faculty records.</a:t>
            </a:r>
            <a:endParaRPr lang="en-US" sz="2400" dirty="0"/>
          </a:p>
        </p:txBody>
      </p:sp>
      <p:pic>
        <p:nvPicPr>
          <p:cNvPr id="2050" name="Picture 2" descr="University Professor Lecture Line Cartoon Animation Stock Footage Video  (100% Royalty-free) 3481802665 | Shutterstock">
            <a:extLst>
              <a:ext uri="{FF2B5EF4-FFF2-40B4-BE49-F238E27FC236}">
                <a16:creationId xmlns:a16="http://schemas.microsoft.com/office/drawing/2014/main" id="{2BD11D90-80F0-F505-3C99-334F4C87B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856" y="2618613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695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F71F-FE50-A172-09C0-3E158A17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43478"/>
            <a:ext cx="9603275" cy="1049235"/>
          </a:xfrm>
        </p:spPr>
        <p:txBody>
          <a:bodyPr>
            <a:normAutofit/>
          </a:bodyPr>
          <a:lstStyle/>
          <a:p>
            <a:r>
              <a:rPr lang="en-US" sz="4000" dirty="0"/>
              <a:t>Adding course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BEFF8-5814-5145-DAF5-ADB85673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121" y="2055061"/>
            <a:ext cx="9603275" cy="25169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err="1"/>
              <a:t>add_course</a:t>
            </a:r>
            <a:r>
              <a:rPr lang="en-US" sz="2800" dirty="0"/>
              <a:t>( 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Accepts course code(</a:t>
            </a:r>
            <a:r>
              <a:rPr lang="en-US" sz="2800" dirty="0" err="1"/>
              <a:t>eg</a:t>
            </a:r>
            <a:r>
              <a:rPr lang="en-US" sz="2800" dirty="0"/>
              <a:t>,. CS101)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Accepts course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Sets </a:t>
            </a:r>
            <a:r>
              <a:rPr lang="en-US" sz="2800" dirty="0" err="1"/>
              <a:t>faculty_id</a:t>
            </a:r>
            <a:r>
              <a:rPr lang="en-US" sz="2800" dirty="0"/>
              <a:t> = -1(</a:t>
            </a:r>
            <a:r>
              <a:rPr lang="en-US" sz="2800" dirty="0" err="1"/>
              <a:t>unalloted</a:t>
            </a:r>
            <a:r>
              <a:rPr lang="en-US" sz="28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Checks array limit (max 10 courses)</a:t>
            </a:r>
          </a:p>
          <a:p>
            <a:pPr marL="0" indent="0">
              <a:buNone/>
            </a:pPr>
            <a:r>
              <a:rPr lang="en-US" sz="2800" dirty="0"/>
              <a:t>Course are added before allotment</a:t>
            </a:r>
            <a:endParaRPr lang="en-IN" sz="2800" dirty="0"/>
          </a:p>
        </p:txBody>
      </p:sp>
      <p:pic>
        <p:nvPicPr>
          <p:cNvPr id="4098" name="Picture 2" descr="13,700+ To Do List Icon Stock Illustrations, Royalty-Free Vector Graphics &amp;  Clip Art - iStock">
            <a:extLst>
              <a:ext uri="{FF2B5EF4-FFF2-40B4-BE49-F238E27FC236}">
                <a16:creationId xmlns:a16="http://schemas.microsoft.com/office/drawing/2014/main" id="{DA9498CB-E238-3D36-DD63-CD4180F1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590" y="2055061"/>
            <a:ext cx="3874770" cy="3874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3623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594CC-18B8-2BB8-81E2-6B0CF5EEE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215" y="966498"/>
            <a:ext cx="9603275" cy="1049235"/>
          </a:xfrm>
        </p:spPr>
        <p:txBody>
          <a:bodyPr>
            <a:normAutofit/>
          </a:bodyPr>
          <a:lstStyle/>
          <a:p>
            <a:r>
              <a:rPr lang="en-US" sz="4400" dirty="0" err="1"/>
              <a:t>Alloting</a:t>
            </a:r>
            <a:r>
              <a:rPr lang="en-US" sz="4400" dirty="0"/>
              <a:t> a course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9998F-90F4-5C0D-169B-A54EF70C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92" y="2020530"/>
            <a:ext cx="5190037" cy="112117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 err="1"/>
              <a:t>allot_course</a:t>
            </a:r>
            <a:r>
              <a:rPr lang="en-US" sz="7200" dirty="0"/>
              <a:t> ( ) performs: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Input course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Search for matching course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Check if already allotted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Input faculty ID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Validate faculty exists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Check load limit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7200" dirty="0"/>
              <a:t>Assign and update </a:t>
            </a:r>
            <a:r>
              <a:rPr lang="en-US" sz="7200" dirty="0" err="1"/>
              <a:t>current_load</a:t>
            </a:r>
            <a:endParaRPr lang="en-US" sz="7200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59C3B-C8A8-F7F6-3AB9-F2F8F2173797}"/>
              </a:ext>
            </a:extLst>
          </p:cNvPr>
          <p:cNvSpPr txBox="1"/>
          <p:nvPr/>
        </p:nvSpPr>
        <p:spPr>
          <a:xfrm>
            <a:off x="442452" y="5338916"/>
            <a:ext cx="8327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Ensures no overload and avoids duplicate assignments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3076" name="Picture 4" descr="Cartoon Meeting Table Stock Illustrations – 17,358 Cartoon Meeting Table  Stock Illustrations, Vectors &amp; Clipart - Dreamstime">
            <a:extLst>
              <a:ext uri="{FF2B5EF4-FFF2-40B4-BE49-F238E27FC236}">
                <a16:creationId xmlns:a16="http://schemas.microsoft.com/office/drawing/2014/main" id="{B5327D71-90C7-9DE3-E434-B96D8AD74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360" y="2015733"/>
            <a:ext cx="3706368" cy="370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78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68C8-665C-0822-FF1F-0D7753DC0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69" y="1040808"/>
            <a:ext cx="9607661" cy="1056319"/>
          </a:xfrm>
        </p:spPr>
        <p:txBody>
          <a:bodyPr>
            <a:normAutofit/>
          </a:bodyPr>
          <a:lstStyle/>
          <a:p>
            <a:r>
              <a:rPr lang="en-US" sz="4400" dirty="0"/>
              <a:t>Viewing allotments</a:t>
            </a:r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A287A-49B0-9A10-9FCB-3DB057D99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8262" y="2458885"/>
            <a:ext cx="4645152" cy="540408"/>
          </a:xfrm>
        </p:spPr>
        <p:txBody>
          <a:bodyPr>
            <a:normAutofit/>
          </a:bodyPr>
          <a:lstStyle/>
          <a:p>
            <a:r>
              <a:rPr lang="en-US" sz="2400" dirty="0"/>
              <a:t>Course allotments status</a:t>
            </a: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53558-C7F6-3BB3-CAE0-A3DEBD0D6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9943" y="3115094"/>
            <a:ext cx="4645152" cy="200183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Course code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Course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Faculty ID or “UNALLOCATED”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Faculty name</a:t>
            </a:r>
            <a:endParaRPr lang="en-IN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17AF5-4EA4-15B1-3C4B-40717B683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9629" y="2457011"/>
            <a:ext cx="4645152" cy="544156"/>
          </a:xfrm>
        </p:spPr>
        <p:txBody>
          <a:bodyPr>
            <a:normAutofit/>
          </a:bodyPr>
          <a:lstStyle/>
          <a:p>
            <a:r>
              <a:rPr lang="en-US" sz="2400" dirty="0"/>
              <a:t>Faculty load summary</a:t>
            </a:r>
            <a:endParaRPr lang="en-IN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64731-6352-59A0-0D89-7C7CE3C15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08583" y="2999293"/>
            <a:ext cx="4645152" cy="199475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Faculty 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Faculty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Current load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/>
              <a:t>Maximum load</a:t>
            </a:r>
            <a:endParaRPr lang="en-I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DE188F-62A8-B8FA-0823-54E22E7FFF83}"/>
              </a:ext>
            </a:extLst>
          </p:cNvPr>
          <p:cNvSpPr txBox="1"/>
          <p:nvPr/>
        </p:nvSpPr>
        <p:spPr>
          <a:xfrm>
            <a:off x="939308" y="2058775"/>
            <a:ext cx="10115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view_allotments</a:t>
            </a:r>
            <a:r>
              <a:rPr lang="en-US" sz="2000" dirty="0"/>
              <a:t> ( ) includes: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F4C99-0AEB-83F4-AC2B-AAF78A61B3C9}"/>
              </a:ext>
            </a:extLst>
          </p:cNvPr>
          <p:cNvSpPr txBox="1"/>
          <p:nvPr/>
        </p:nvSpPr>
        <p:spPr>
          <a:xfrm>
            <a:off x="3120838" y="5240595"/>
            <a:ext cx="8760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Provides a clear overall picture.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444410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01204-CE80-F80E-6B04-64C94556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conclusion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66BF8-4987-EF47-82DB-7C2FE52DB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Implements full course – faculty management in 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Uses structures arrays, loops, and input validation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Prevents common issues like overload and invalid IDs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77801376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4436F2-ED40-C92C-4371-B72C67DCCE9C}"/>
              </a:ext>
            </a:extLst>
          </p:cNvPr>
          <p:cNvSpPr txBox="1"/>
          <p:nvPr/>
        </p:nvSpPr>
        <p:spPr>
          <a:xfrm>
            <a:off x="2605549" y="2212258"/>
            <a:ext cx="64991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lgerian" panose="04020705040A02060702" pitchFamily="82" charset="0"/>
              </a:rPr>
              <a:t>Thank you</a:t>
            </a:r>
            <a:endParaRPr lang="en-IN" sz="8800" dirty="0">
              <a:latin typeface="Algerian" panose="04020705040A02060702" pitchFamily="82" charset="0"/>
            </a:endParaRPr>
          </a:p>
        </p:txBody>
      </p:sp>
      <p:pic>
        <p:nvPicPr>
          <p:cNvPr id="5128" name="Picture 8" descr="Thank you card collage concept | Premium Photo">
            <a:extLst>
              <a:ext uri="{FF2B5EF4-FFF2-40B4-BE49-F238E27FC236}">
                <a16:creationId xmlns:a16="http://schemas.microsoft.com/office/drawing/2014/main" id="{AF050AC9-635E-F97C-FAF2-7DAA7DE62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128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65</TotalTime>
  <Words>462</Words>
  <Application>Microsoft Office PowerPoint</Application>
  <PresentationFormat>Widescreen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Algerian</vt:lpstr>
      <vt:lpstr>Arial</vt:lpstr>
      <vt:lpstr>Gill Sans MT</vt:lpstr>
      <vt:lpstr>Wingdings</vt:lpstr>
      <vt:lpstr>Gallery</vt:lpstr>
      <vt:lpstr>    Faculty course   ALLOTMENT SYSTEM</vt:lpstr>
      <vt:lpstr>Introduction</vt:lpstr>
      <vt:lpstr>Purpose </vt:lpstr>
      <vt:lpstr>Objectives of the program</vt:lpstr>
      <vt:lpstr>Data structure used</vt:lpstr>
      <vt:lpstr>Global variables</vt:lpstr>
      <vt:lpstr>Main menu functions</vt:lpstr>
      <vt:lpstr>Adding faculty</vt:lpstr>
      <vt:lpstr>Adding course</vt:lpstr>
      <vt:lpstr>Alloting a course</vt:lpstr>
      <vt:lpstr>Viewing allotments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course   ALLOTMENT SYSTEM</dc:title>
  <dc:creator>Pampana Gopalakrishna</dc:creator>
  <cp:lastModifiedBy>Sankara Surya SubbaRao Yanamandra</cp:lastModifiedBy>
  <cp:revision>14</cp:revision>
  <dcterms:created xsi:type="dcterms:W3CDTF">2025-12-11T00:58:53Z</dcterms:created>
  <dcterms:modified xsi:type="dcterms:W3CDTF">2025-12-14T09:45:14Z</dcterms:modified>
</cp:coreProperties>
</file>